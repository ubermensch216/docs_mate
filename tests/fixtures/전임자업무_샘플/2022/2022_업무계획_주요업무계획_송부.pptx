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시 예산 증감 사유를 강조할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2022_업무계획_주요업무계획_송부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2022년 업무계획 주요업무계획</a:t>
            </a:r>
          </a:p>
          <a:p/>
          <a:p>
            <a:r>
              <a:t>문서유형: 계획서</a:t>
            </a:r>
          </a:p>
          <a:p/>
          <a:p>
            <a:r>
              <a:t>작성일: 2022. 12. 12.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추진 일정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2022년 업무계획 주요업무계획</a:t>
            </a:r>
          </a:p>
          <a:p/>
          <a:p>
            <a:r>
              <a:t>문서유형: 계획서</a:t>
            </a:r>
          </a:p>
          <a:p/>
          <a:p>
            <a:r>
              <a:t>작성일: 2022. 12. 12.</a:t>
            </a:r>
          </a:p>
          <a:p/>
          <a:p>
            <a:r>
              <a:t>본 문서는 2022년 12월 업무계획 업무 중 '주요업무계획' 단계에서 작성되었다.</a:t>
            </a:r>
          </a:p>
          <a:p/>
          <a:p>
            <a:r>
              <a:t>담당부서는 관련 자료를 취합하여 기한 내 제출하였다.</a:t>
            </a:r>
          </a:p>
          <a:p/>
          <a:p>
            <a:r>
              <a:t>전년도(2021년) 자료를 참고하여 동일한 절차로 진행하였다.</a:t>
            </a:r>
          </a:p>
          <a:p/>
          <a:p>
            <a:r>
              <a:t>붙임: 관련 근거자료 1부.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홍길동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